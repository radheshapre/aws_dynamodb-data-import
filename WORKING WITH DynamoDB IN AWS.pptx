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4" r:id="rId3"/>
    <p:sldId id="257" r:id="rId4"/>
    <p:sldId id="262" r:id="rId5"/>
    <p:sldId id="261" r:id="rId6"/>
    <p:sldId id="260" r:id="rId7"/>
    <p:sldId id="263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8B6FA6-4DC1-48A8-804B-607E124BFCED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E386E6-D624-48F2-AA20-3D0AE29B04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6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D4D10-C104-909A-33D9-C9AF66D676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BD867-E28F-AA18-1991-9480809E5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9A3D7-2DE9-F2AD-8F40-79165507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4F7768-FAB9-DA42-8435-EC18D10C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D3D9CC-9733-51BC-FF96-958EFBE3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071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402AC-1E33-68CC-1B4C-9BC09CD4E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5C30-581E-9D4B-6C5F-2265445419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B1485-1785-1564-C2F1-B8ED4DC95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57404-8A96-FE4C-5D10-6751F62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1C421-AE7E-E737-C144-42F909FAB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841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61794-9393-8F06-DB7A-7B0550B7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4DBFA-62A4-91A9-AD59-AC013EC99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9E4F3-24C6-1134-9824-60751636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B3DAB-0800-C323-C312-15A56E887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5F0AB-0FE8-DFC6-D194-2886CDFF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394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84B4-FAD1-55CE-998E-EB84376B4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89AF-B92C-AF98-4F61-8B22929422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0E8DF0-B246-4A84-F106-EBBAF9EA53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5865A2-0436-841D-7DC6-BCA597C75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F8CDC-9C94-EAFB-ED3B-EEBCEBC8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B44B8-37CC-8F33-5119-517CB91F8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18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FDAA3-B15F-2E44-BACD-B428FF07C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0B0A9-0388-7176-B177-25B2D8952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41297-EBAE-0383-DD8F-779BD31C7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4FD18E-DDB1-FA88-BA5C-F37FC709C4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2EA41-2675-8E51-2277-E2F9AC972D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A58726-A2C4-36FE-8764-586EA0C0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33611B-8754-8DE5-17ED-29B86986C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35E113-609F-73DB-951C-94D43FF2B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000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0FE1C-086E-3338-6005-C0EB1730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DD289D-A7D9-A400-8CFE-C27F437C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FDEC21-A2D0-9FAB-C601-44348F13D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5B89B4-1635-5E02-FBD5-AE9DAA1AD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05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A90AF6-C397-7264-780A-8CE3150C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CACC73-905D-251C-25F1-BF478E50E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7C520-F24F-8D51-CA3D-A9CB7739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8240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6FFC8-5B8F-E6CA-AAEE-A328EE376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A672A-4023-B5A9-2F76-8CFDEFD8F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DCCFB4-1480-97A2-EF11-0205109FA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889EA-0580-380B-93A0-E9FB12118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5048C1-6C15-27AE-01BD-422999E21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5719F-79B0-2B27-55A5-21CC755F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98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51031-3024-1481-0759-731AFCB1C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803646-3AB6-3F68-919B-3AA5CD550A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F3A7A-760C-19C9-DAC7-AEAEDE311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1BF10-40A4-4F49-B1E3-F67DD3C2B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2944E-88EB-DC97-A30E-08EEC1ED9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61D2B-BBB5-C185-C775-A3E730903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379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69EC-BB3B-F818-86B2-86EF6D92A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F0B31F-4193-6F18-17A7-EA3DB701F9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B28BE-A0F4-3714-B60F-38DFDDC00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D5799-483B-7A4F-EA97-A99B7ABEE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B1289-3554-72D3-81B0-ADC46354E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857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5F4B55-031B-5725-23B6-4AE0B4862B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ED8782-3208-AE7E-BB26-AE2BA711D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AE2216-6242-7D7D-A618-50EEEC359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B20C66-4A0F-6066-9302-AD91AABA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3C7C8-DD35-C85E-2342-9441FA180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8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6B54A6-2369-78DB-9E54-8B22B496D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B84DD-C105-8B92-2B58-433ABF5F7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7119DF-6E92-C456-78F2-1F2FE4E9C0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1F560B-E8D0-4FF4-8184-A57EEFBCC823}" type="datetimeFigureOut">
              <a:rPr lang="en-IN" smtClean="0"/>
              <a:t>01-11-2025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48693-F1B0-5F7E-6BA9-972F08E14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1C551-15E7-6684-1673-B5A777287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89DA81-7205-4516-81C0-6595EB11E7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686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770634-33BF-2636-3793-3E6E39D1AE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5509" y="548408"/>
            <a:ext cx="9888496" cy="90013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WORKING WITH DynamoDB IN AWS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670532-95EE-6BC3-2565-BA40378DE7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4098" y="1935989"/>
            <a:ext cx="9880893" cy="395961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/>
              <a:t>Field Project Presentation 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SUBMITTED BY-RADHESH APRE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pPr indent="-22860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 Under the Guidance of- Prof. Dhiraj </a:t>
            </a:r>
            <a:r>
              <a:rPr lang="en-US" dirty="0" err="1"/>
              <a:t>Kharade</a:t>
            </a:r>
            <a:r>
              <a:rPr lang="en-US" dirty="0"/>
              <a:t> &amp; prof. Shradhha </a:t>
            </a:r>
            <a:r>
              <a:rPr lang="en-US" dirty="0" err="1"/>
              <a:t>Maam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80367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707E7-6306-8B42-AA2D-95EBE6E47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Introduction &amp; Overview</a:t>
            </a:r>
            <a:endParaRPr lang="en-IN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ED59F-BD7F-10F9-EB15-93A087F55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41533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Uploading DynamoDB JSON File to Amazon S3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Importing Data from S3 into DynamoDB 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Verifying Imported Records in DynamoDB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Executing Queries using </a:t>
            </a:r>
            <a:r>
              <a:rPr lang="en-US" sz="2400" dirty="0" err="1"/>
              <a:t>PartiQL</a:t>
            </a:r>
            <a:r>
              <a:rPr lang="en-US" sz="2400" dirty="0"/>
              <a:t> in DynamoDB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Creating and Verifying Global Table Replica</a:t>
            </a:r>
          </a:p>
        </p:txBody>
      </p:sp>
    </p:spTree>
    <p:extLst>
      <p:ext uri="{BB962C8B-B14F-4D97-AF65-F5344CB8AC3E}">
        <p14:creationId xmlns:p14="http://schemas.microsoft.com/office/powerpoint/2010/main" val="38895977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8C15DA-2DE5-9C73-806A-6F3774D73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1: Uploading DynamoDB JSON File to Amazon S3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6A7E0-2A3C-D59B-FA92-997501148760}"/>
              </a:ext>
            </a:extLst>
          </p:cNvPr>
          <p:cNvSpPr txBox="1"/>
          <p:nvPr/>
        </p:nvSpPr>
        <p:spPr>
          <a:xfrm>
            <a:off x="639097" y="2389240"/>
            <a:ext cx="1090397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screenshot shows the Amazon S3 console where the </a:t>
            </a:r>
            <a:r>
              <a:rPr lang="en-US" dirty="0" err="1"/>
              <a:t>Mydb.json</a:t>
            </a:r>
            <a:r>
              <a:rPr lang="en-US" dirty="0"/>
              <a:t> file was successfully uploaded. The file contains structured DynamoDB data ready for import.</a:t>
            </a:r>
          </a:p>
          <a:p>
            <a:r>
              <a:rPr lang="en-US" dirty="0"/>
              <a:t>-Advantage: S3 ensures durable storage and acts as a bridge between local data and cloud databases.</a:t>
            </a:r>
          </a:p>
          <a:p>
            <a:r>
              <a:rPr lang="en-US" dirty="0"/>
              <a:t> -Real-world Use: Commonly used for transferring and storing datasets across AWS services</a:t>
            </a:r>
            <a:endParaRPr lang="en-IN" dirty="0"/>
          </a:p>
        </p:txBody>
      </p:sp>
      <p:pic>
        <p:nvPicPr>
          <p:cNvPr id="12" name="Content Placeholder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2CD9F6-B44F-E4F7-5ABB-F4FA4477E3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9013" y="1388303"/>
            <a:ext cx="7129733" cy="3380343"/>
          </a:xfrm>
        </p:spPr>
      </p:pic>
    </p:spTree>
    <p:extLst>
      <p:ext uri="{BB962C8B-B14F-4D97-AF65-F5344CB8AC3E}">
        <p14:creationId xmlns:p14="http://schemas.microsoft.com/office/powerpoint/2010/main" val="1357940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D5A24F-1DFC-BB79-7B72-3B2DB4ED9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2: Importing Data from S3 into DynamoDB Table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60C7C8-55C3-9A85-FA74-41225CF360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1275" y="1507120"/>
            <a:ext cx="6130792" cy="32953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9E83989-8CB8-0500-CB8A-7CD762EFB356}"/>
              </a:ext>
            </a:extLst>
          </p:cNvPr>
          <p:cNvSpPr txBox="1"/>
          <p:nvPr/>
        </p:nvSpPr>
        <p:spPr>
          <a:xfrm>
            <a:off x="648928" y="2415850"/>
            <a:ext cx="1130709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Here, the DynamoDB console’s 'Import from S3' setup page is shown. The uploaded file from S3 is selected, and the table schema is configured with </a:t>
            </a:r>
            <a:r>
              <a:rPr lang="en-US" dirty="0" err="1"/>
              <a:t>UserId</a:t>
            </a:r>
            <a:r>
              <a:rPr lang="en-US" dirty="0"/>
              <a:t> as the Partition Key.</a:t>
            </a:r>
          </a:p>
          <a:p>
            <a:r>
              <a:rPr lang="en-US" dirty="0"/>
              <a:t>-Advantage: Eliminates manual data entry, offering an automated import process.</a:t>
            </a:r>
          </a:p>
          <a:p>
            <a:r>
              <a:rPr lang="en-US" dirty="0"/>
              <a:t>-Real-world Use: Helps businesses move bulk datasets quickly into DynamoDB without coding.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044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0F0559-65F4-75B1-6380-3AFD3D5ED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3: Verifying Imported Records in DynamoDB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1A6A492-023E-D900-BD0E-FD2372EBAC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0645" y="1486625"/>
            <a:ext cx="6683451" cy="35923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85278B-9E53-5AD8-DC84-8F43E7CA2526}"/>
              </a:ext>
            </a:extLst>
          </p:cNvPr>
          <p:cNvSpPr txBox="1"/>
          <p:nvPr/>
        </p:nvSpPr>
        <p:spPr>
          <a:xfrm>
            <a:off x="442452" y="4539618"/>
            <a:ext cx="113250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screen displays the 'Explore Table Items' view inside DynamoDB after import. All 5 records are visible, confirming successful import and schema mapping.</a:t>
            </a:r>
          </a:p>
          <a:p>
            <a:r>
              <a:rPr lang="en-US" dirty="0"/>
              <a:t>-Advantage: Provides a simple UI for verifying database content directly in the AWS Console.</a:t>
            </a:r>
          </a:p>
          <a:p>
            <a:r>
              <a:rPr lang="en-US" dirty="0"/>
              <a:t>-Real-world Use: Used by database administrators for post-import validation and quick checks. Step 4: Executing Queries using </a:t>
            </a:r>
            <a:r>
              <a:rPr lang="en-US" dirty="0" err="1"/>
              <a:t>PartiQL</a:t>
            </a:r>
            <a:r>
              <a:rPr lang="en-US" dirty="0"/>
              <a:t> in </a:t>
            </a:r>
            <a:r>
              <a:rPr lang="en-US" dirty="0" err="1"/>
              <a:t>DynamoD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2953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5860B0-FC20-989B-DBB5-30296AB4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4: Executing Queries using PartiQL in DynamoDB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2D13AE7-7077-F59B-ED3E-0D56317435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958" y="1388303"/>
            <a:ext cx="6490835" cy="345637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A381DD-5F22-DA63-CAF1-A9BA84AAA18B}"/>
              </a:ext>
            </a:extLst>
          </p:cNvPr>
          <p:cNvSpPr txBox="1"/>
          <p:nvPr/>
        </p:nvSpPr>
        <p:spPr>
          <a:xfrm>
            <a:off x="556533" y="2124854"/>
            <a:ext cx="1095704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</a:t>
            </a:r>
            <a:r>
              <a:rPr lang="en-US" dirty="0" err="1"/>
              <a:t>PartiQL</a:t>
            </a:r>
            <a:r>
              <a:rPr lang="en-US" dirty="0"/>
              <a:t> editor in DynamoDB allows SQL-like querying on NoSQL tables. The screenshot shows a SELECT query filtering users based on Age = 21</a:t>
            </a:r>
          </a:p>
          <a:p>
            <a:r>
              <a:rPr lang="en-US" dirty="0"/>
              <a:t>-Advantage: Makes data retrieval intuitive and supports conditional filtering.</a:t>
            </a:r>
          </a:p>
          <a:p>
            <a:r>
              <a:rPr lang="en-US" dirty="0"/>
              <a:t>-Real-world Use: Enables developers and analysts to run ad-hoc queries on live production data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2743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DA7FD0-49B4-F5B1-3FC5-804E78992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Step 5: Creating and Verifying Global Table Replica</a:t>
            </a:r>
          </a:p>
        </p:txBody>
      </p:sp>
      <p:pic>
        <p:nvPicPr>
          <p:cNvPr id="5" name="Content Placeholder 4" descr="A computer screen shot of a computer screen&#10;&#10;AI-generated content may be incorrect.">
            <a:extLst>
              <a:ext uri="{FF2B5EF4-FFF2-40B4-BE49-F238E27FC236}">
                <a16:creationId xmlns:a16="http://schemas.microsoft.com/office/drawing/2014/main" id="{65EA07E8-2BC8-8221-827C-4757A4B5E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818" y="1534551"/>
            <a:ext cx="6590570" cy="34930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E314F8-2679-9E2E-C37E-46483DDA69A4}"/>
              </a:ext>
            </a:extLst>
          </p:cNvPr>
          <p:cNvSpPr txBox="1"/>
          <p:nvPr/>
        </p:nvSpPr>
        <p:spPr>
          <a:xfrm>
            <a:off x="825910" y="2415850"/>
            <a:ext cx="1035336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image shows the Global Tables configuration where replication between Oregon and Mumbai regions is active. Both regions display 'Active' status, indicating successful multi-region replication.</a:t>
            </a:r>
          </a:p>
          <a:p>
            <a:r>
              <a:rPr lang="en-US" dirty="0"/>
              <a:t>-Advantage: Ensures high availability and real-time synchronization across continents.</a:t>
            </a:r>
          </a:p>
          <a:p>
            <a:r>
              <a:rPr lang="en-US" dirty="0"/>
              <a:t> -Real-world Use: Vital for global applications like e-commerce or social platforms needing fast data access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878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054626-4A62-FFE6-4C67-FA7F96D52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THANKYOU</a:t>
            </a:r>
          </a:p>
        </p:txBody>
      </p:sp>
    </p:spTree>
    <p:extLst>
      <p:ext uri="{BB962C8B-B14F-4D97-AF65-F5344CB8AC3E}">
        <p14:creationId xmlns:p14="http://schemas.microsoft.com/office/powerpoint/2010/main" val="2924584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411</Words>
  <Application>Microsoft Office PowerPoint</Application>
  <PresentationFormat>Widescreen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Wingdings</vt:lpstr>
      <vt:lpstr>Office Theme</vt:lpstr>
      <vt:lpstr>WORKING WITH DynamoDB IN AWS</vt:lpstr>
      <vt:lpstr>Introduction &amp; Overview</vt:lpstr>
      <vt:lpstr>Step 1: Uploading DynamoDB JSON File to Amazon S3</vt:lpstr>
      <vt:lpstr>Step 2: Importing Data from S3 into DynamoDB Table</vt:lpstr>
      <vt:lpstr>Step 3: Verifying Imported Records in DynamoDB</vt:lpstr>
      <vt:lpstr>Step 4: Executing Queries using PartiQL in DynamoDB</vt:lpstr>
      <vt:lpstr>Step 5: Creating and Verifying Global Table Replica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radheshaapre@gmail.com</dc:creator>
  <cp:lastModifiedBy>radheshaapre@gmail.com</cp:lastModifiedBy>
  <cp:revision>3</cp:revision>
  <dcterms:created xsi:type="dcterms:W3CDTF">2025-11-01T03:49:28Z</dcterms:created>
  <dcterms:modified xsi:type="dcterms:W3CDTF">2025-11-01T04:53:29Z</dcterms:modified>
</cp:coreProperties>
</file>